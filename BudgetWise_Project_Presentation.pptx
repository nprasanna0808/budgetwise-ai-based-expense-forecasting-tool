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3"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2567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835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25801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1485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98222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7606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1435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6231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2866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9279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55763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454075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949635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11377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85787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2102771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11/21/2025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352358312"/>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71252" y="1032387"/>
            <a:ext cx="4959548" cy="2295010"/>
          </a:xfrm>
        </p:spPr>
        <p:txBody>
          <a:bodyPr/>
          <a:lstStyle/>
          <a:p>
            <a:r>
              <a:rPr sz="3800" dirty="0" err="1"/>
              <a:t>BudgetWise</a:t>
            </a:r>
            <a:r>
              <a:rPr sz="3800" dirty="0"/>
              <a:t> – AI-Based Expense Forecasting Tool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Introduction</a:t>
            </a:r>
          </a:p>
        </p:txBody>
      </p:sp>
      <p:sp>
        <p:nvSpPr>
          <p:cNvPr id="3" name="Content Placeholder 2"/>
          <p:cNvSpPr>
            <a:spLocks noGrp="1"/>
          </p:cNvSpPr>
          <p:nvPr>
            <p:ph idx="1"/>
          </p:nvPr>
        </p:nvSpPr>
        <p:spPr/>
        <p:txBody>
          <a:bodyPr>
            <a:normAutofit/>
          </a:bodyPr>
          <a:lstStyle/>
          <a:p>
            <a:endParaRPr/>
          </a:p>
          <a:p>
            <a:pPr>
              <a:defRPr sz="2000"/>
            </a:pPr>
            <a:r>
              <a:t>BudgetWise is a smart AI-powered tool that helps users track and manage their daily expenses.</a:t>
            </a:r>
          </a:p>
          <a:p>
            <a:pPr>
              <a:defRPr sz="2000"/>
            </a:pPr>
            <a:r>
              <a:t>It categorizes spending automatically, analyzes financial habits, and predicts future expenses.</a:t>
            </a:r>
          </a:p>
          <a:p>
            <a:pPr>
              <a:defRPr sz="2000"/>
            </a:pPr>
            <a:r>
              <a:t>The goal is to help individuals and small businesses improve budgeting and avoid overspending.</a:t>
            </a:r>
          </a:p>
          <a:p>
            <a:pPr>
              <a:defRPr sz="2000"/>
            </a:pPr>
            <a:r>
              <a:t>Using data-driven insights, BudgetWise supports better financial decision-making.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Project Statement</a:t>
            </a:r>
          </a:p>
        </p:txBody>
      </p:sp>
      <p:sp>
        <p:nvSpPr>
          <p:cNvPr id="3" name="Content Placeholder 2"/>
          <p:cNvSpPr>
            <a:spLocks noGrp="1"/>
          </p:cNvSpPr>
          <p:nvPr>
            <p:ph idx="1"/>
          </p:nvPr>
        </p:nvSpPr>
        <p:spPr/>
        <p:txBody>
          <a:bodyPr>
            <a:normAutofit/>
          </a:bodyPr>
          <a:lstStyle/>
          <a:p>
            <a:endParaRPr/>
          </a:p>
          <a:p>
            <a:pPr>
              <a:defRPr sz="2000"/>
            </a:pPr>
            <a:r>
              <a:t>Many people struggle to understand where their money goes each month.</a:t>
            </a:r>
          </a:p>
          <a:p>
            <a:pPr>
              <a:defRPr sz="2000"/>
            </a:pPr>
            <a:r>
              <a:t>Tracking large numbers of transactions manually is difficult and time-consuming.</a:t>
            </a:r>
          </a:p>
          <a:p>
            <a:pPr>
              <a:defRPr sz="2000"/>
            </a:pPr>
            <a:r>
              <a:t>Without clear financial insights, people face stress, overspending, and poor savings habits.</a:t>
            </a:r>
          </a:p>
          <a:p>
            <a:pPr>
              <a:defRPr sz="2000"/>
            </a:pPr>
            <a:r>
              <a:t>This project solves these issues through automated tracking, pattern detection, and AI-based forecasting.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Milestone 1 – User &amp; Transaction System</a:t>
            </a:r>
          </a:p>
        </p:txBody>
      </p:sp>
      <p:sp>
        <p:nvSpPr>
          <p:cNvPr id="3" name="Content Placeholder 2"/>
          <p:cNvSpPr>
            <a:spLocks noGrp="1"/>
          </p:cNvSpPr>
          <p:nvPr>
            <p:ph idx="1"/>
          </p:nvPr>
        </p:nvSpPr>
        <p:spPr/>
        <p:txBody>
          <a:bodyPr>
            <a:normAutofit/>
          </a:bodyPr>
          <a:lstStyle/>
          <a:p>
            <a:endParaRPr/>
          </a:p>
          <a:p>
            <a:pPr>
              <a:defRPr sz="2000"/>
            </a:pPr>
            <a:r>
              <a:t>Secure user registration with email and password.</a:t>
            </a:r>
          </a:p>
          <a:p>
            <a:pPr>
              <a:defRPr sz="2000"/>
            </a:pPr>
            <a:r>
              <a:t>Login authentication with validation and error handling.</a:t>
            </a:r>
          </a:p>
          <a:p>
            <a:pPr>
              <a:defRPr sz="2000"/>
            </a:pPr>
            <a:r>
              <a:t>Profile management for storing financial preferences.</a:t>
            </a:r>
          </a:p>
          <a:p>
            <a:pPr>
              <a:defRPr sz="2000"/>
            </a:pPr>
            <a:r>
              <a:t>Manual transaction input interface built using Streamlit.</a:t>
            </a:r>
          </a:p>
          <a:p>
            <a:pPr>
              <a:defRPr sz="2000"/>
            </a:pPr>
            <a:r>
              <a:t>Users can enter amount, date, description, and category type (income/expense).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Milestone 2 – Categorization &amp; Reports</a:t>
            </a:r>
          </a:p>
        </p:txBody>
      </p:sp>
      <p:sp>
        <p:nvSpPr>
          <p:cNvPr id="3" name="Content Placeholder 2"/>
          <p:cNvSpPr>
            <a:spLocks noGrp="1"/>
          </p:cNvSpPr>
          <p:nvPr>
            <p:ph idx="1"/>
          </p:nvPr>
        </p:nvSpPr>
        <p:spPr/>
        <p:txBody>
          <a:bodyPr>
            <a:normAutofit lnSpcReduction="10000"/>
          </a:bodyPr>
          <a:lstStyle/>
          <a:p>
            <a:endParaRPr/>
          </a:p>
          <a:p>
            <a:pPr>
              <a:defRPr sz="2000"/>
            </a:pPr>
            <a:r>
              <a:t>Rule-based or keyword-based automatic categorization of expenses.</a:t>
            </a:r>
          </a:p>
          <a:p>
            <a:pPr>
              <a:defRPr sz="2000"/>
            </a:pPr>
            <a:r>
              <a:t>Users may override category assignments manually.</a:t>
            </a:r>
          </a:p>
          <a:p>
            <a:pPr>
              <a:defRPr sz="2000"/>
            </a:pPr>
            <a:r>
              <a:t>Summary reports showing category-wise total spending.</a:t>
            </a:r>
          </a:p>
          <a:p>
            <a:pPr>
              <a:defRPr sz="2000"/>
            </a:pPr>
            <a:r>
              <a:t>Monthly spending overview with trends and patterns.</a:t>
            </a:r>
          </a:p>
          <a:p>
            <a:pPr>
              <a:defRPr sz="2000"/>
            </a:pPr>
            <a:r>
              <a:t>Dashboard view with pie charts, bar graphs, and recent transactions.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Milestone 3 – Forecasting &amp; Insights</a:t>
            </a:r>
          </a:p>
        </p:txBody>
      </p:sp>
      <p:sp>
        <p:nvSpPr>
          <p:cNvPr id="3" name="Content Placeholder 2"/>
          <p:cNvSpPr>
            <a:spLocks noGrp="1"/>
          </p:cNvSpPr>
          <p:nvPr>
            <p:ph idx="1"/>
          </p:nvPr>
        </p:nvSpPr>
        <p:spPr/>
        <p:txBody>
          <a:bodyPr>
            <a:normAutofit/>
          </a:bodyPr>
          <a:lstStyle/>
          <a:p>
            <a:endParaRPr/>
          </a:p>
          <a:p>
            <a:pPr>
              <a:defRPr sz="2000"/>
            </a:pPr>
            <a:r>
              <a:t>Preparation of historical spending data for AI models.</a:t>
            </a:r>
          </a:p>
          <a:p>
            <a:pPr>
              <a:defRPr sz="2000"/>
            </a:pPr>
            <a:r>
              <a:t>Integration of Prophet model for accurate expense prediction.</a:t>
            </a:r>
          </a:p>
          <a:p>
            <a:pPr>
              <a:defRPr sz="2000"/>
            </a:pPr>
            <a:r>
              <a:t>Users can set financial goals and track progress.</a:t>
            </a:r>
          </a:p>
          <a:p>
            <a:pPr>
              <a:defRPr sz="2000"/>
            </a:pPr>
            <a:r>
              <a:t>Visual representation of past spending vs future predictions.</a:t>
            </a:r>
          </a:p>
          <a:p>
            <a:pPr>
              <a:defRPr sz="2000"/>
            </a:pPr>
            <a:r>
              <a:t>Dashboard highlights upcoming expenses and expected savings.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Milestone 4 – Final Dashboard &amp; Admin Panel</a:t>
            </a:r>
          </a:p>
        </p:txBody>
      </p:sp>
      <p:sp>
        <p:nvSpPr>
          <p:cNvPr id="3" name="Content Placeholder 2"/>
          <p:cNvSpPr>
            <a:spLocks noGrp="1"/>
          </p:cNvSpPr>
          <p:nvPr>
            <p:ph idx="1"/>
          </p:nvPr>
        </p:nvSpPr>
        <p:spPr/>
        <p:txBody>
          <a:bodyPr/>
          <a:lstStyle/>
          <a:p>
            <a:endParaRPr/>
          </a:p>
          <a:p>
            <a:pPr>
              <a:defRPr sz="2000"/>
            </a:pPr>
            <a:r>
              <a:t>Interactive dashboard with filters for custom time ranges.</a:t>
            </a:r>
          </a:p>
          <a:p>
            <a:pPr>
              <a:defRPr sz="2000"/>
            </a:pPr>
            <a:r>
              <a:t>Income vs Expense comparison charts.</a:t>
            </a:r>
          </a:p>
          <a:p>
            <a:pPr>
              <a:defRPr sz="2000"/>
            </a:pPr>
            <a:r>
              <a:t>Detailed category-wise spending insights.</a:t>
            </a:r>
          </a:p>
          <a:p>
            <a:pPr>
              <a:defRPr sz="2000"/>
            </a:pPr>
            <a:r>
              <a:t>Admin dashboard for managing categories and rules.</a:t>
            </a:r>
          </a:p>
          <a:p>
            <a:pPr>
              <a:defRPr sz="2000"/>
            </a:pPr>
            <a:r>
              <a:t>System usage monitoring to maintain consistency and data accuracy.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A5D3B-7DF8-A68A-6066-443177F9C7FC}"/>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23388067-D254-BC59-8C2E-05727423ACB8}"/>
              </a:ext>
            </a:extLst>
          </p:cNvPr>
          <p:cNvSpPr>
            <a:spLocks noGrp="1"/>
          </p:cNvSpPr>
          <p:nvPr>
            <p:ph idx="1"/>
          </p:nvPr>
        </p:nvSpPr>
        <p:spPr/>
        <p:txBody>
          <a:bodyPr>
            <a:normAutofit/>
          </a:bodyPr>
          <a:lstStyle/>
          <a:p>
            <a:r>
              <a:rPr lang="en-US" sz="1600" dirty="0">
                <a:latin typeface="Times New Roman" panose="02020603050405020304" pitchFamily="18" charset="0"/>
                <a:cs typeface="Times New Roman" panose="02020603050405020304" pitchFamily="18" charset="0"/>
              </a:rPr>
              <a:t>The </a:t>
            </a:r>
            <a:r>
              <a:rPr lang="en-US" sz="1600" dirty="0" err="1">
                <a:latin typeface="Times New Roman" panose="02020603050405020304" pitchFamily="18" charset="0"/>
                <a:cs typeface="Times New Roman" panose="02020603050405020304" pitchFamily="18" charset="0"/>
              </a:rPr>
              <a:t>BudgetWise</a:t>
            </a:r>
            <a:r>
              <a:rPr lang="en-US" sz="1600" dirty="0">
                <a:latin typeface="Times New Roman" panose="02020603050405020304" pitchFamily="18" charset="0"/>
                <a:cs typeface="Times New Roman" panose="02020603050405020304" pitchFamily="18" charset="0"/>
              </a:rPr>
              <a:t> system provides a simple yet powerful solution for personal financial management by allowing users to securely record transactions, analyze spending patterns, set financial goals, and generate future expense forecasts. Through interactive dashboards, automated category detection, goal-tracking features, and reliable database storage, the application helps users understand their financial habits and make informed decisions. With its user-friendly interface and essential admin controls, </a:t>
            </a:r>
            <a:r>
              <a:rPr lang="en-US" sz="1600" dirty="0" err="1">
                <a:latin typeface="Times New Roman" panose="02020603050405020304" pitchFamily="18" charset="0"/>
                <a:cs typeface="Times New Roman" panose="02020603050405020304" pitchFamily="18" charset="0"/>
              </a:rPr>
              <a:t>BudgetWise</a:t>
            </a:r>
            <a:r>
              <a:rPr lang="en-US" sz="1600" dirty="0">
                <a:latin typeface="Times New Roman" panose="02020603050405020304" pitchFamily="18" charset="0"/>
                <a:cs typeface="Times New Roman" panose="02020603050405020304" pitchFamily="18" charset="0"/>
              </a:rPr>
              <a:t> achieves its objective of offering an organized, efficient, and practical platform for managing day-to-day finances.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18966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5</TotalTime>
  <Words>416</Words>
  <Application>Microsoft Office PowerPoint</Application>
  <PresentationFormat>On-screen Show (4:3)</PresentationFormat>
  <Paragraphs>43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Times New Roman</vt:lpstr>
      <vt:lpstr>Trebuchet MS</vt:lpstr>
      <vt:lpstr>Wingdings 3</vt:lpstr>
      <vt:lpstr>Facet</vt:lpstr>
      <vt:lpstr>BudgetWise – AI-Based Expense Forecasting Tool</vt:lpstr>
      <vt:lpstr>1. Introduction</vt:lpstr>
      <vt:lpstr>2. Project Statement</vt:lpstr>
      <vt:lpstr>Milestone 1 – User &amp; Transaction System</vt:lpstr>
      <vt:lpstr>Milestone 2 – Categorization &amp; Reports</vt:lpstr>
      <vt:lpstr>Milestone 3 – Forecasting &amp; Insights</vt:lpstr>
      <vt:lpstr>Milestone 4 – Final Dashboard &amp; Admin Panel</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PRASANNA NEERUKONDA</cp:lastModifiedBy>
  <cp:revision>2</cp:revision>
  <dcterms:created xsi:type="dcterms:W3CDTF">2013-01-27T09:14:16Z</dcterms:created>
  <dcterms:modified xsi:type="dcterms:W3CDTF">2025-11-21T17:12:39Z</dcterms:modified>
  <cp:category/>
</cp:coreProperties>
</file>